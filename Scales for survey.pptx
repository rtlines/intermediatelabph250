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2632A-B1E0-4120-8C50-BDD6A9C1FC6A}" type="datetimeFigureOut">
              <a:rPr lang="en-US" smtClean="0"/>
              <a:t>7/12/2017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B2ACB-FB7E-4277-B03B-F3FACCAF1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850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2632A-B1E0-4120-8C50-BDD6A9C1FC6A}" type="datetimeFigureOut">
              <a:rPr lang="en-US" smtClean="0"/>
              <a:t>7/12/2017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B2ACB-FB7E-4277-B03B-F3FACCAF1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401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2632A-B1E0-4120-8C50-BDD6A9C1FC6A}" type="datetimeFigureOut">
              <a:rPr lang="en-US" smtClean="0"/>
              <a:t>7/12/2017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B2ACB-FB7E-4277-B03B-F3FACCAF1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019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2632A-B1E0-4120-8C50-BDD6A9C1FC6A}" type="datetimeFigureOut">
              <a:rPr lang="en-US" smtClean="0"/>
              <a:t>7/12/2017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B2ACB-FB7E-4277-B03B-F3FACCAF1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670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2632A-B1E0-4120-8C50-BDD6A9C1FC6A}" type="datetimeFigureOut">
              <a:rPr lang="en-US" smtClean="0"/>
              <a:t>7/12/2017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B2ACB-FB7E-4277-B03B-F3FACCAF1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61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2632A-B1E0-4120-8C50-BDD6A9C1FC6A}" type="datetimeFigureOut">
              <a:rPr lang="en-US" smtClean="0"/>
              <a:t>7/12/2017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B2ACB-FB7E-4277-B03B-F3FACCAF1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042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2632A-B1E0-4120-8C50-BDD6A9C1FC6A}" type="datetimeFigureOut">
              <a:rPr lang="en-US" smtClean="0"/>
              <a:t>7/12/2017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B2ACB-FB7E-4277-B03B-F3FACCAF1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079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2632A-B1E0-4120-8C50-BDD6A9C1FC6A}" type="datetimeFigureOut">
              <a:rPr lang="en-US" smtClean="0"/>
              <a:t>7/12/2017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B2ACB-FB7E-4277-B03B-F3FACCAF1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794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2632A-B1E0-4120-8C50-BDD6A9C1FC6A}" type="datetimeFigureOut">
              <a:rPr lang="en-US" smtClean="0"/>
              <a:t>7/12/2017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B2ACB-FB7E-4277-B03B-F3FACCAF1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790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2632A-B1E0-4120-8C50-BDD6A9C1FC6A}" type="datetimeFigureOut">
              <a:rPr lang="en-US" smtClean="0"/>
              <a:t>7/12/2017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B2ACB-FB7E-4277-B03B-F3FACCAF1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210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2632A-B1E0-4120-8C50-BDD6A9C1FC6A}" type="datetimeFigureOut">
              <a:rPr lang="en-US" smtClean="0"/>
              <a:t>7/12/2017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B2ACB-FB7E-4277-B03B-F3FACCAF1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000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52632A-B1E0-4120-8C50-BDD6A9C1FC6A}" type="datetimeFigureOut">
              <a:rPr lang="en-US" smtClean="0"/>
              <a:t>7/12/2017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B2ACB-FB7E-4277-B03B-F3FACCAF1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037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416731" y="2725783"/>
            <a:ext cx="1395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Agree Totally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493520" y="2730137"/>
            <a:ext cx="997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Disagree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621280" y="2804156"/>
            <a:ext cx="278674" cy="252548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017522" y="2804156"/>
            <a:ext cx="278674" cy="252548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418114" y="2804156"/>
            <a:ext cx="278674" cy="252548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814356" y="2804156"/>
            <a:ext cx="278674" cy="252548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197531" y="2804156"/>
            <a:ext cx="278674" cy="252548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593773" y="2804156"/>
            <a:ext cx="278674" cy="252548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003075" y="2804156"/>
            <a:ext cx="278674" cy="252548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412376" y="3548743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Easy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1349828" y="3570514"/>
            <a:ext cx="1248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Really Hard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2616925" y="3627116"/>
            <a:ext cx="278674" cy="252548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3013167" y="3627116"/>
            <a:ext cx="278674" cy="252548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3413759" y="3627116"/>
            <a:ext cx="278674" cy="252548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3810001" y="3627116"/>
            <a:ext cx="278674" cy="252548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193176" y="3627116"/>
            <a:ext cx="278674" cy="252548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4589418" y="3627116"/>
            <a:ext cx="278674" cy="252548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4998720" y="3627116"/>
            <a:ext cx="278674" cy="252548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296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Brigham Young University - Idaho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Lines, Todd</dc:creator>
  <cp:lastModifiedBy>Lines, Todd</cp:lastModifiedBy>
  <cp:revision>2</cp:revision>
  <dcterms:created xsi:type="dcterms:W3CDTF">2017-07-12T18:03:08Z</dcterms:created>
  <dcterms:modified xsi:type="dcterms:W3CDTF">2017-07-12T18:15:52Z</dcterms:modified>
</cp:coreProperties>
</file>