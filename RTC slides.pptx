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61" d="100"/>
          <a:sy n="61" d="100"/>
        </p:scale>
        <p:origin x="58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7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3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31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4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5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4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7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9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A4BBD-5093-4D37-A9EA-6F827CF6A71A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C7AB0-5C87-4492-9CA8-5762D05EC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4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3" t="7854" r="15297" b="33698"/>
          <a:stretch/>
        </p:blipFill>
        <p:spPr>
          <a:xfrm>
            <a:off x="100208" y="1402915"/>
            <a:ext cx="5235880" cy="40083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15" r="40365" b="14886"/>
          <a:stretch/>
        </p:blipFill>
        <p:spPr>
          <a:xfrm>
            <a:off x="5319386" y="1402915"/>
            <a:ext cx="5521804" cy="402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1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asperry pi 3 model b v1.3 bo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48759" y="1790446"/>
            <a:ext cx="5365576" cy="363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8430016" y="826718"/>
            <a:ext cx="313151" cy="6263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327726" y="801666"/>
            <a:ext cx="1402915" cy="826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626268" y="801666"/>
            <a:ext cx="2091847" cy="9645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473874" y="951978"/>
            <a:ext cx="3244241" cy="11148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58641" y="713983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Pin 9 (GND)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0597" y="390394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Pin 5 (SCL)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05392" y="304799"/>
            <a:ext cx="122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Pin 3 (SDA)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73024" y="432147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Pin 1 (3.3V)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98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563" y="2143189"/>
            <a:ext cx="6346113" cy="25716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0591"/>
          <a:stretch/>
        </p:blipFill>
        <p:spPr>
          <a:xfrm>
            <a:off x="2922270" y="2141220"/>
            <a:ext cx="2501500" cy="2575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94323" y="1711143"/>
            <a:ext cx="6096000" cy="3560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  1  2  3  4  5  6  7  8  9  a  b  c  d  e  f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00:         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10: -- -- --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20: -- -- --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30: -- -- --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40: -- -- --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50: -- -- -- -- -- -- -- -- -- -- -- -- -- -- -- --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60: -- -- -- -- -- -- -- -- UU -- -- -- -- -- -- --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70: -- -- -- -- -- -- -- --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0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3162049"/>
            <a:ext cx="4019884" cy="3014913"/>
          </a:xfrm>
        </p:spPr>
      </p:pic>
    </p:spTree>
    <p:extLst>
      <p:ext uri="{BB962C8B-B14F-4D97-AF65-F5344CB8AC3E}">
        <p14:creationId xmlns:p14="http://schemas.microsoft.com/office/powerpoint/2010/main" val="25546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448" y="1064712"/>
            <a:ext cx="3709880" cy="2782410"/>
          </a:xfrm>
        </p:spPr>
      </p:pic>
    </p:spTree>
    <p:extLst>
      <p:ext uri="{BB962C8B-B14F-4D97-AF65-F5344CB8AC3E}">
        <p14:creationId xmlns:p14="http://schemas.microsoft.com/office/powerpoint/2010/main" val="186487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7"/>
          <a:stretch/>
        </p:blipFill>
        <p:spPr>
          <a:xfrm>
            <a:off x="3195108" y="1825625"/>
            <a:ext cx="5801784" cy="4174342"/>
          </a:xfrm>
        </p:spPr>
      </p:pic>
    </p:spTree>
    <p:extLst>
      <p:ext uri="{BB962C8B-B14F-4D97-AF65-F5344CB8AC3E}">
        <p14:creationId xmlns:p14="http://schemas.microsoft.com/office/powerpoint/2010/main" val="263462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170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Brigham Young University -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Lines, Todd</dc:creator>
  <cp:lastModifiedBy>Lines, Todd</cp:lastModifiedBy>
  <cp:revision>5</cp:revision>
  <dcterms:created xsi:type="dcterms:W3CDTF">2018-02-01T21:23:28Z</dcterms:created>
  <dcterms:modified xsi:type="dcterms:W3CDTF">2018-02-01T23:39:53Z</dcterms:modified>
</cp:coreProperties>
</file>