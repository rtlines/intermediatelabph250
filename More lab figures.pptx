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E0E5D7-3734-48D2-ACD2-254054B49EF1}" v="4" dt="2023-02-20T19:55:05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660"/>
  </p:normalViewPr>
  <p:slideViewPr>
    <p:cSldViewPr snapToGrid="0">
      <p:cViewPr varScale="1">
        <p:scale>
          <a:sx n="45" d="100"/>
          <a:sy n="45" d="100"/>
        </p:scale>
        <p:origin x="67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es, Todd" userId="afaf7c3a-e8aa-4568-882a-02ad8f9e19b0" providerId="ADAL" clId="{F7E0E5D7-3734-48D2-ACD2-254054B49EF1}"/>
    <pc:docChg chg="custSel addSld modSld">
      <pc:chgData name="Lines, Todd" userId="afaf7c3a-e8aa-4568-882a-02ad8f9e19b0" providerId="ADAL" clId="{F7E0E5D7-3734-48D2-ACD2-254054B49EF1}" dt="2023-02-20T19:55:23.090" v="76" actId="1076"/>
      <pc:docMkLst>
        <pc:docMk/>
      </pc:docMkLst>
      <pc:sldChg chg="addSp delSp modSp new mod">
        <pc:chgData name="Lines, Todd" userId="afaf7c3a-e8aa-4568-882a-02ad8f9e19b0" providerId="ADAL" clId="{F7E0E5D7-3734-48D2-ACD2-254054B49EF1}" dt="2023-02-20T19:51:53.076" v="68" actId="1076"/>
        <pc:sldMkLst>
          <pc:docMk/>
          <pc:sldMk cId="3790959133" sldId="265"/>
        </pc:sldMkLst>
        <pc:spChg chg="del">
          <ac:chgData name="Lines, Todd" userId="afaf7c3a-e8aa-4568-882a-02ad8f9e19b0" providerId="ADAL" clId="{F7E0E5D7-3734-48D2-ACD2-254054B49EF1}" dt="2023-02-20T19:49:54.413" v="2" actId="478"/>
          <ac:spMkLst>
            <pc:docMk/>
            <pc:sldMk cId="3790959133" sldId="265"/>
            <ac:spMk id="2" creationId="{DE44D282-AA70-C9B2-CB88-1E97C643CDBD}"/>
          </ac:spMkLst>
        </pc:spChg>
        <pc:spChg chg="del">
          <ac:chgData name="Lines, Todd" userId="afaf7c3a-e8aa-4568-882a-02ad8f9e19b0" providerId="ADAL" clId="{F7E0E5D7-3734-48D2-ACD2-254054B49EF1}" dt="2023-02-20T19:49:56.098" v="3" actId="478"/>
          <ac:spMkLst>
            <pc:docMk/>
            <pc:sldMk cId="3790959133" sldId="265"/>
            <ac:spMk id="3" creationId="{A5F199ED-67BB-8F45-EE5C-A01E1555B07F}"/>
          </ac:spMkLst>
        </pc:spChg>
        <pc:spChg chg="add mod">
          <ac:chgData name="Lines, Todd" userId="afaf7c3a-e8aa-4568-882a-02ad8f9e19b0" providerId="ADAL" clId="{F7E0E5D7-3734-48D2-ACD2-254054B49EF1}" dt="2023-02-20T19:51:05.332" v="58" actId="1035"/>
          <ac:spMkLst>
            <pc:docMk/>
            <pc:sldMk cId="3790959133" sldId="265"/>
            <ac:spMk id="6" creationId="{3CD12AAB-142B-02A9-D309-1A9ED3368A59}"/>
          </ac:spMkLst>
        </pc:spChg>
        <pc:spChg chg="add mod">
          <ac:chgData name="Lines, Todd" userId="afaf7c3a-e8aa-4568-882a-02ad8f9e19b0" providerId="ADAL" clId="{F7E0E5D7-3734-48D2-ACD2-254054B49EF1}" dt="2023-02-20T19:51:53.076" v="68" actId="1076"/>
          <ac:spMkLst>
            <pc:docMk/>
            <pc:sldMk cId="3790959133" sldId="265"/>
            <ac:spMk id="7" creationId="{853C6578-EEC1-22DA-4185-A23BF8066E30}"/>
          </ac:spMkLst>
        </pc:spChg>
        <pc:picChg chg="add mod">
          <ac:chgData name="Lines, Todd" userId="afaf7c3a-e8aa-4568-882a-02ad8f9e19b0" providerId="ADAL" clId="{F7E0E5D7-3734-48D2-ACD2-254054B49EF1}" dt="2023-02-20T19:50:00.671" v="5" actId="1076"/>
          <ac:picMkLst>
            <pc:docMk/>
            <pc:sldMk cId="3790959133" sldId="265"/>
            <ac:picMk id="5" creationId="{22622BB5-319D-EC6B-5DD8-24F6928EB8E9}"/>
          </ac:picMkLst>
        </pc:picChg>
      </pc:sldChg>
      <pc:sldChg chg="addSp delSp modSp new mod">
        <pc:chgData name="Lines, Todd" userId="afaf7c3a-e8aa-4568-882a-02ad8f9e19b0" providerId="ADAL" clId="{F7E0E5D7-3734-48D2-ACD2-254054B49EF1}" dt="2023-02-20T19:55:23.090" v="76" actId="1076"/>
        <pc:sldMkLst>
          <pc:docMk/>
          <pc:sldMk cId="431388314" sldId="266"/>
        </pc:sldMkLst>
        <pc:spChg chg="del">
          <ac:chgData name="Lines, Todd" userId="afaf7c3a-e8aa-4568-882a-02ad8f9e19b0" providerId="ADAL" clId="{F7E0E5D7-3734-48D2-ACD2-254054B49EF1}" dt="2023-02-20T19:54:53.186" v="69" actId="478"/>
          <ac:spMkLst>
            <pc:docMk/>
            <pc:sldMk cId="431388314" sldId="266"/>
            <ac:spMk id="2" creationId="{398B3B88-AFAE-5ABA-D412-99D0932FBC3E}"/>
          </ac:spMkLst>
        </pc:spChg>
        <pc:spChg chg="del">
          <ac:chgData name="Lines, Todd" userId="afaf7c3a-e8aa-4568-882a-02ad8f9e19b0" providerId="ADAL" clId="{F7E0E5D7-3734-48D2-ACD2-254054B49EF1}" dt="2023-02-20T19:54:53.186" v="69" actId="478"/>
          <ac:spMkLst>
            <pc:docMk/>
            <pc:sldMk cId="431388314" sldId="266"/>
            <ac:spMk id="3" creationId="{6DD23980-F1D4-7DA4-91EA-67500F30FCFB}"/>
          </ac:spMkLst>
        </pc:spChg>
        <pc:spChg chg="add mod">
          <ac:chgData name="Lines, Todd" userId="afaf7c3a-e8aa-4568-882a-02ad8f9e19b0" providerId="ADAL" clId="{F7E0E5D7-3734-48D2-ACD2-254054B49EF1}" dt="2023-02-20T19:55:05.238" v="73"/>
          <ac:spMkLst>
            <pc:docMk/>
            <pc:sldMk cId="431388314" sldId="266"/>
            <ac:spMk id="6" creationId="{81C91413-7EF8-6692-AB93-9CA9FC1A6070}"/>
          </ac:spMkLst>
        </pc:spChg>
        <pc:spChg chg="add mod">
          <ac:chgData name="Lines, Todd" userId="afaf7c3a-e8aa-4568-882a-02ad8f9e19b0" providerId="ADAL" clId="{F7E0E5D7-3734-48D2-ACD2-254054B49EF1}" dt="2023-02-20T19:55:05.238" v="73"/>
          <ac:spMkLst>
            <pc:docMk/>
            <pc:sldMk cId="431388314" sldId="266"/>
            <ac:spMk id="7" creationId="{FBD89414-ACB4-F002-1E89-076FADCA81AA}"/>
          </ac:spMkLst>
        </pc:spChg>
        <pc:picChg chg="add mod">
          <ac:chgData name="Lines, Todd" userId="afaf7c3a-e8aa-4568-882a-02ad8f9e19b0" providerId="ADAL" clId="{F7E0E5D7-3734-48D2-ACD2-254054B49EF1}" dt="2023-02-20T19:55:23.090" v="76" actId="1076"/>
          <ac:picMkLst>
            <pc:docMk/>
            <pc:sldMk cId="431388314" sldId="266"/>
            <ac:picMk id="5" creationId="{A1F3CD97-99FE-30F7-E017-C2C7A6779B1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64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1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3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34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9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80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10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89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30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92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C4B0D-AC4F-4A3F-9745-19CD4C0A476F}" type="datetimeFigureOut">
              <a:rPr lang="en-US" smtClean="0"/>
              <a:t>2/20/2023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A83AF-4C12-47F8-BA18-DE23B90770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12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725" y="2271712"/>
            <a:ext cx="516255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9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1119187"/>
            <a:ext cx="5934075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04" y="1014607"/>
            <a:ext cx="3124029" cy="46414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92888" y="3883069"/>
            <a:ext cx="2761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New Anaconda Apps</a:t>
            </a:r>
          </a:p>
        </p:txBody>
      </p:sp>
      <p:sp>
        <p:nvSpPr>
          <p:cNvPr id="7" name="Left Brace 6"/>
          <p:cNvSpPr/>
          <p:nvPr/>
        </p:nvSpPr>
        <p:spPr>
          <a:xfrm>
            <a:off x="5448821" y="3169085"/>
            <a:ext cx="563671" cy="1903956"/>
          </a:xfrm>
          <a:prstGeom prst="leftBrace">
            <a:avLst>
              <a:gd name="adj1" fmla="val 39444"/>
              <a:gd name="adj2" fmla="val 51974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31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492" y="1728592"/>
            <a:ext cx="6981487" cy="410768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966586" y="3206663"/>
            <a:ext cx="1027134" cy="1377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50520" y="2517732"/>
            <a:ext cx="15782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</a:rPr>
              <a:t>Enter commands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8618" y="653442"/>
            <a:ext cx="1578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</a:rPr>
              <a:t>Push Run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983276" y="1167009"/>
            <a:ext cx="929014" cy="9248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26037" y="3661776"/>
            <a:ext cx="15782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Result is here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8079288" y="4373672"/>
            <a:ext cx="2407085" cy="8371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97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204" y="1014607"/>
            <a:ext cx="3124029" cy="464141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5574082" y="3858017"/>
            <a:ext cx="951977" cy="25052"/>
          </a:xfrm>
          <a:prstGeom prst="straightConnector1">
            <a:avLst/>
          </a:prstGeom>
          <a:ln w="5715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782859" y="3056352"/>
            <a:ext cx="1578279" cy="830997"/>
          </a:xfrm>
          <a:prstGeom prst="rect">
            <a:avLst/>
          </a:prstGeom>
          <a:noFill/>
          <a:ln w="57150"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rgbClr val="FF0000"/>
                </a:solidFill>
              </a:rPr>
              <a:t>Anaconda Prompt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473874" y="3732756"/>
            <a:ext cx="839243" cy="1252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412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006" y="2880986"/>
            <a:ext cx="6196031" cy="360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2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560" y="1600200"/>
            <a:ext cx="627888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03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76237"/>
            <a:ext cx="10506075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95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476250"/>
            <a:ext cx="776287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40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622BB5-319D-EC6B-5DD8-24F6928E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33" y="861024"/>
            <a:ext cx="6976241" cy="47013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D12AAB-142B-02A9-D309-1A9ED3368A59}"/>
              </a:ext>
            </a:extLst>
          </p:cNvPr>
          <p:cNvSpPr txBox="1"/>
          <p:nvPr/>
        </p:nvSpPr>
        <p:spPr>
          <a:xfrm rot="16200000" flipH="1">
            <a:off x="1353811" y="2128837"/>
            <a:ext cx="1744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V(V)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C6578-EEC1-22DA-4185-A23BF8066E30}"/>
              </a:ext>
            </a:extLst>
          </p:cNvPr>
          <p:cNvSpPr txBox="1"/>
          <p:nvPr/>
        </p:nvSpPr>
        <p:spPr>
          <a:xfrm flipH="1">
            <a:off x="5892653" y="5562403"/>
            <a:ext cx="1744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2800" dirty="0">
                <a:sym typeface="Symbol" panose="05050102010706020507" pitchFamily="18" charset="2"/>
              </a:rPr>
              <a:t>(A)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90959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F3CD97-99FE-30F7-E017-C2C7A6779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489" y="735397"/>
            <a:ext cx="7162655" cy="4827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1C91413-7EF8-6692-AB93-9CA9FC1A6070}"/>
              </a:ext>
            </a:extLst>
          </p:cNvPr>
          <p:cNvSpPr txBox="1"/>
          <p:nvPr/>
        </p:nvSpPr>
        <p:spPr>
          <a:xfrm rot="16200000" flipH="1">
            <a:off x="1353811" y="2128837"/>
            <a:ext cx="1744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V(V)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89414-ACB4-F002-1E89-076FADCA81AA}"/>
              </a:ext>
            </a:extLst>
          </p:cNvPr>
          <p:cNvSpPr txBox="1"/>
          <p:nvPr/>
        </p:nvSpPr>
        <p:spPr>
          <a:xfrm flipH="1">
            <a:off x="5892653" y="5562403"/>
            <a:ext cx="1744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sz="2800" dirty="0">
                <a:sym typeface="Symbol" panose="05050102010706020507" pitchFamily="18" charset="2"/>
              </a:rPr>
              <a:t>(A)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3138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31</Words>
  <Application>Microsoft Office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Brigham Young University - 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Lines, Todd</dc:creator>
  <cp:lastModifiedBy>Lines, Todd</cp:lastModifiedBy>
  <cp:revision>6</cp:revision>
  <dcterms:created xsi:type="dcterms:W3CDTF">2017-04-21T22:22:32Z</dcterms:created>
  <dcterms:modified xsi:type="dcterms:W3CDTF">2023-02-20T19:55:31Z</dcterms:modified>
</cp:coreProperties>
</file>